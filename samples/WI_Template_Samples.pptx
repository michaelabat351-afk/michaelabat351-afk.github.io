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9" d="100"/>
          <a:sy n="159" d="100"/>
        </p:scale>
        <p:origin x="336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636253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36454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B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INSTRUCTION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43891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Fulfillment — Pick, Pack &amp; Ship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778240" y="38404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 No: WI-FUL-001   Rev: 1.0   Page 1 of 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1430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TEMPLATE 1 — Industrial Safety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600200"/>
            <a:ext cx="5486400" cy="2743200"/>
          </a:xfrm>
          <a:prstGeom prst="rect">
            <a:avLst/>
          </a:prstGeom>
          <a:solidFill>
            <a:srgbClr val="F2F2F2"/>
          </a:solidFill>
          <a:ln/>
          <a:effectLst>
            <a:outerShdw blurRad="76200" dist="254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594360" y="1828800"/>
            <a:ext cx="502920" cy="502920"/>
          </a:xfrm>
          <a:prstGeom prst="ellipse">
            <a:avLst/>
          </a:prstGeom>
          <a:solidFill>
            <a:srgbClr val="36454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59436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34440" y="182880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Receive Order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94360" y="2514600"/>
            <a:ext cx="1554480" cy="15544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834640"/>
            <a:ext cx="914400" cy="9144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2286000" y="2514600"/>
            <a:ext cx="3337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the online order system for new orders. Confirm order number before printing pick list.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172200" y="1600200"/>
            <a:ext cx="5486400" cy="2743200"/>
          </a:xfrm>
          <a:prstGeom prst="rect">
            <a:avLst/>
          </a:prstGeom>
          <a:solidFill>
            <a:srgbClr val="F2F2F2"/>
          </a:solidFill>
          <a:ln/>
          <a:effectLst>
            <a:outerShdw blurRad="76200" dist="254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5" name="Shape 12"/>
          <p:cNvSpPr/>
          <p:nvPr/>
        </p:nvSpPr>
        <p:spPr>
          <a:xfrm>
            <a:off x="6400800" y="1828800"/>
            <a:ext cx="502920" cy="502920"/>
          </a:xfrm>
          <a:prstGeom prst="ellipse">
            <a:avLst/>
          </a:prstGeom>
          <a:solidFill>
            <a:srgbClr val="36454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3"/>
          <p:cNvSpPr/>
          <p:nvPr/>
        </p:nvSpPr>
        <p:spPr>
          <a:xfrm>
            <a:off x="640080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7040880" y="182880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QC1: Check Items</a:t>
            </a:r>
            <a:endParaRPr lang="en-US" sz="1600" dirty="0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4240" y="1828800"/>
            <a:ext cx="411480" cy="411480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6400800" y="2514600"/>
            <a:ext cx="1554480" cy="15544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0840" y="2834640"/>
            <a:ext cx="914400" cy="9144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092440" y="2514600"/>
            <a:ext cx="3337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picked items against the order list, one by one. Stop if anything does not match.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365760" y="45720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EQUIPMENT USED:</a:t>
            </a:r>
            <a:endParaRPr lang="en-US" sz="1200" dirty="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77440" y="4526280"/>
            <a:ext cx="365760" cy="36576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2834640" y="457200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list printer, shipping scale, label printer, barcode scanner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365760" y="5029200"/>
            <a:ext cx="11457432" cy="548640"/>
          </a:xfrm>
          <a:prstGeom prst="rect">
            <a:avLst/>
          </a:prstGeom>
          <a:solidFill>
            <a:srgbClr val="FDF3D9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" y="5102352"/>
            <a:ext cx="384048" cy="38404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005840" y="502920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SAFETY: Wear closed-toe shoes. Keep aisles clear of boxes and packing debris.</a:t>
            </a:r>
            <a:endParaRPr lang="en-US" sz="1150" dirty="0"/>
          </a:p>
        </p:txBody>
      </p:sp>
      <p:sp>
        <p:nvSpPr>
          <p:cNvPr id="28" name="Shape 21"/>
          <p:cNvSpPr/>
          <p:nvPr/>
        </p:nvSpPr>
        <p:spPr>
          <a:xfrm>
            <a:off x="365760" y="6309360"/>
            <a:ext cx="11457432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2"/>
          <p:cNvSpPr/>
          <p:nvPr/>
        </p:nvSpPr>
        <p:spPr>
          <a:xfrm>
            <a:off x="365760" y="6400800"/>
            <a:ext cx="11457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By: ____________________     Approved By: ____________________     Date: __________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457200" y="128016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INSTRUCTION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43891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Fulfillment — Pick, Pack &amp; Ship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778240" y="38404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WI-FUL-001   Rev 1.0   Page 1 of 2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1133856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TEMPLATE 2 — Clean Corporate Minimal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645920"/>
            <a:ext cx="548640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5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731520" y="192024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73152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53312" y="19202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Order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31520" y="2606040"/>
            <a:ext cx="1463040" cy="1463040"/>
          </a:xfrm>
          <a:prstGeom prst="roundRect">
            <a:avLst>
              <a:gd name="adj" fmla="val 5000"/>
            </a:avLst>
          </a:prstGeom>
          <a:solidFill>
            <a:srgbClr val="F4F7FD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880360"/>
            <a:ext cx="914400" cy="91440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2377440" y="260604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online order system for new orders. Confirm order number before printing pick list.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245352" y="1645920"/>
            <a:ext cx="548640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F5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7" name="Shape 14"/>
          <p:cNvSpPr/>
          <p:nvPr/>
        </p:nvSpPr>
        <p:spPr>
          <a:xfrm>
            <a:off x="6519672" y="192024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Text 15"/>
          <p:cNvSpPr/>
          <p:nvPr/>
        </p:nvSpPr>
        <p:spPr>
          <a:xfrm>
            <a:off x="6519672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7141464" y="19202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QC1: Check Items</a:t>
            </a:r>
            <a:endParaRPr lang="en-US" sz="1500" dirty="0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37392" y="1920240"/>
            <a:ext cx="365760" cy="365760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6519672" y="2606040"/>
            <a:ext cx="1463040" cy="1463040"/>
          </a:xfrm>
          <a:prstGeom prst="roundRect">
            <a:avLst>
              <a:gd name="adj" fmla="val 5000"/>
            </a:avLst>
          </a:prstGeom>
          <a:solidFill>
            <a:srgbClr val="F4F7FD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3992" y="2880360"/>
            <a:ext cx="914400" cy="91440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165592" y="260604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picked items against the order list, one by one. Stop if anything does not match.</a:t>
            </a:r>
            <a:endParaRPr lang="en-US" sz="1250" dirty="0"/>
          </a:p>
        </p:txBody>
      </p:sp>
      <p:sp>
        <p:nvSpPr>
          <p:cNvPr id="24" name="Text 19"/>
          <p:cNvSpPr/>
          <p:nvPr/>
        </p:nvSpPr>
        <p:spPr>
          <a:xfrm>
            <a:off x="457200" y="46177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USED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2743200" y="46177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list printer  ·  Shipping scale  ·  Label printer  ·  Barcode scanner</a:t>
            </a:r>
            <a:endParaRPr lang="en-US" sz="1150" dirty="0"/>
          </a:p>
        </p:txBody>
      </p:sp>
      <p:sp>
        <p:nvSpPr>
          <p:cNvPr id="26" name="Shape 21"/>
          <p:cNvSpPr/>
          <p:nvPr/>
        </p:nvSpPr>
        <p:spPr>
          <a:xfrm>
            <a:off x="457200" y="5074920"/>
            <a:ext cx="11274552" cy="548640"/>
          </a:xfrm>
          <a:prstGeom prst="roundRect">
            <a:avLst>
              <a:gd name="adj" fmla="val 10000"/>
            </a:avLst>
          </a:prstGeom>
          <a:solidFill>
            <a:srgbClr val="FDECEC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" y="5148072"/>
            <a:ext cx="365760" cy="36576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097280" y="50749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8A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SAFETY: Wear closed-toe shoes. Keep aisles clear of boxes and packing debris.</a:t>
            </a:r>
            <a:endParaRPr lang="en-US" sz="1150" dirty="0"/>
          </a:p>
        </p:txBody>
      </p:sp>
      <p:sp>
        <p:nvSpPr>
          <p:cNvPr id="29" name="Shape 23"/>
          <p:cNvSpPr/>
          <p:nvPr/>
        </p:nvSpPr>
        <p:spPr>
          <a:xfrm>
            <a:off x="457200" y="6355080"/>
            <a:ext cx="11274552" cy="0"/>
          </a:xfrm>
          <a:prstGeom prst="line">
            <a:avLst/>
          </a:prstGeom>
          <a:noFill/>
          <a:ln w="12700">
            <a:solidFill>
              <a:srgbClr val="E4E9F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Text 24"/>
          <p:cNvSpPr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____________________     Approved By: ____________________     Date: __________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65760" y="11887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INSTRUCTION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42976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Fulfillment — Pick, Pack &amp; Ship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778240" y="38404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WI-FUL-001   Rev 1.0   Page 1 of 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1430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TEMPLATE 3 — Modern Teal Ops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600200"/>
            <a:ext cx="5486400" cy="2743200"/>
          </a:xfrm>
          <a:prstGeom prst="roundRect">
            <a:avLst>
              <a:gd name="adj" fmla="val 3333"/>
            </a:avLst>
          </a:prstGeom>
          <a:solidFill>
            <a:srgbClr val="EAF7F5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640080" y="1874520"/>
            <a:ext cx="1051560" cy="105156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103120"/>
            <a:ext cx="594360" cy="59436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074920" y="187452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8"/>
          <p:cNvSpPr/>
          <p:nvPr/>
        </p:nvSpPr>
        <p:spPr>
          <a:xfrm>
            <a:off x="507492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40080" y="30632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Receive Order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40080" y="342900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the online order system for new orders. Confirm order number before printing pick list.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172200" y="1600200"/>
            <a:ext cx="5486400" cy="2743200"/>
          </a:xfrm>
          <a:prstGeom prst="roundRect">
            <a:avLst>
              <a:gd name="adj" fmla="val 3333"/>
            </a:avLst>
          </a:prstGeom>
          <a:solidFill>
            <a:srgbClr val="EAF7F5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5" name="Shape 12"/>
          <p:cNvSpPr/>
          <p:nvPr/>
        </p:nvSpPr>
        <p:spPr>
          <a:xfrm>
            <a:off x="6446520" y="1874520"/>
            <a:ext cx="1051560" cy="105156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2103120"/>
            <a:ext cx="594360" cy="59436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10881360" y="187452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Text 14"/>
          <p:cNvSpPr/>
          <p:nvPr/>
        </p:nvSpPr>
        <p:spPr>
          <a:xfrm>
            <a:off x="1088136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6446520" y="30632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QC1: Check Items</a:t>
            </a:r>
            <a:endParaRPr lang="en-US" sz="1500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78440" y="3063240"/>
            <a:ext cx="320040" cy="32004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446520" y="342900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picked items against the order list, one by one. Stop if anything does not match.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365760" y="45720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EQUIPMENT USED:</a:t>
            </a:r>
            <a:endParaRPr lang="en-US" sz="1200" dirty="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77440" y="4526280"/>
            <a:ext cx="365760" cy="36576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2834640" y="457200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list printer, shipping scale, label printer, barcode scanner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365760" y="5029200"/>
            <a:ext cx="11457432" cy="548640"/>
          </a:xfrm>
          <a:prstGeom prst="roundRect">
            <a:avLst>
              <a:gd name="adj" fmla="val 10000"/>
            </a:avLst>
          </a:prstGeom>
          <a:solidFill>
            <a:srgbClr val="FEF3E2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5102352"/>
            <a:ext cx="384048" cy="38404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005840" y="502920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SAFETY: Wear closed-toe shoes. Keep aisles clear of boxes and packing debris.</a:t>
            </a:r>
            <a:endParaRPr lang="en-US" sz="1150" dirty="0"/>
          </a:p>
        </p:txBody>
      </p:sp>
      <p:sp>
        <p:nvSpPr>
          <p:cNvPr id="28" name="Shape 21"/>
          <p:cNvSpPr/>
          <p:nvPr/>
        </p:nvSpPr>
        <p:spPr>
          <a:xfrm>
            <a:off x="365760" y="6309360"/>
            <a:ext cx="11457432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2"/>
          <p:cNvSpPr/>
          <p:nvPr/>
        </p:nvSpPr>
        <p:spPr>
          <a:xfrm>
            <a:off x="365760" y="6400800"/>
            <a:ext cx="11457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By: ____________________     Approved By: ____________________     Date: __________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332</Words>
  <Application>Microsoft Office PowerPoint</Application>
  <PresentationFormat>Widescreen</PresentationFormat>
  <Paragraphs>45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mso29497</cp:lastModifiedBy>
  <cp:revision>1</cp:revision>
  <dcterms:created xsi:type="dcterms:W3CDTF">2026-07-05T10:40:59Z</dcterms:created>
  <dcterms:modified xsi:type="dcterms:W3CDTF">2026-07-05T10:45:18Z</dcterms:modified>
</cp:coreProperties>
</file>