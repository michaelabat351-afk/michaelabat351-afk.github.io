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DAMAGED SHIPMENT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HANDLING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703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Work Instruction  ·  Warehouse &amp; Claims Team</a:t>
            </a:r>
            <a:endParaRPr lang="en-US" sz="1600" dirty="0"/>
          </a:p>
        </p:txBody>
      </p:sp>
      <p:pic>
        <p:nvPicPr>
          <p:cNvPr id="4" name="Image 0" descr="/home/claude/swift/icons/tru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2011680"/>
            <a:ext cx="182880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5394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WI-VA-CLM-001   </a:t>
            </a:r>
            <a:pPr indent="0" marL="0">
              <a:buNone/>
            </a:pPr>
            <a:r>
              <a:rPr lang="en-US" sz="1200" dirty="0">
                <a:solidFill>
                  <a:srgbClr val="8F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 Version 1.0   |   Swift Freight Logistics (fictional)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31520" y="5989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8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COPY ONLY — Self-initiated demonstration project. No real client, data, or business is involved.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Precautions &amp; Equipment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961120" y="914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F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WI-VA-CLM-001</a:t>
            </a:r>
            <a:endParaRPr lang="en-US" sz="11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8F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 Freight Logistics — Demo Copy Only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FCEFE3"/>
          </a:solidFill>
          <a:ln w="15240">
            <a:solidFill>
              <a:srgbClr val="E67E22"/>
            </a:solidFill>
            <a:prstDash val="solid"/>
          </a:ln>
        </p:spPr>
      </p:sp>
      <p:pic>
        <p:nvPicPr>
          <p:cNvPr id="6" name="Image 0" descr="/home/claude/swift/icons/hard_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4173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Precautions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201168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 cut-resistant gloves when handling damaged or torn packaging.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for sharp edges, broken glass, or leaking contents before touching a damaged item.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proper lifting technique — bend at the knees for heavy or shifted loads.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inspection area clear of walkways and forklift paths.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any spilled or hazardous material to the shift lead immediately — do not handle it yourself.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45352" y="114300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F4F6F8"/>
          </a:solidFill>
          <a:ln w="12700">
            <a:solidFill>
              <a:srgbClr val="D9D9D9"/>
            </a:solidFill>
            <a:prstDash val="solid"/>
          </a:ln>
        </p:spPr>
      </p:sp>
      <p:pic>
        <p:nvPicPr>
          <p:cNvPr id="10" name="Image 1" descr="/home/claude/swift/icons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14173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14032" y="14173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&amp; Materials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565392" y="201168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or smartphone for damage photos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Cut-resistant gloves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Tape measure (for dimensional damage claims)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tracker (digital or paper log)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 claim form / packet template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 shipment manifest and order ID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 of 4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62453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COPY ONLY — Fictional company, sample data for portfolio use.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 — Steps 1 to 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961120" y="914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F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WI-VA-CLM-001</a:t>
            </a:r>
            <a:endParaRPr lang="en-US" sz="11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8F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 Freight Logistics — Demo Copy Only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 HANDLER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21792" y="1536192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pic>
        <p:nvPicPr>
          <p:cNvPr id="9" name="Image 0" descr="/home/claude/swift/icons/box_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02152" y="1517904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21792" y="1993392"/>
            <a:ext cx="3282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 Damage Report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21792" y="2450592"/>
            <a:ext cx="328269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 team flags a damaged shipment on arrival and alerts the Warehouse Handler.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88536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53128" y="1536192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4" name="Text 11"/>
          <p:cNvSpPr/>
          <p:nvPr/>
        </p:nvSpPr>
        <p:spPr>
          <a:xfrm>
            <a:off x="4453128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pic>
        <p:nvPicPr>
          <p:cNvPr id="15" name="Image 1" descr="/home/claude/swift/icons/came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3488" y="1517904"/>
            <a:ext cx="384048" cy="38404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453128" y="1993392"/>
            <a:ext cx="3282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&amp; Photograph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4453128" y="2450592"/>
            <a:ext cx="328269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the shipment and take dated photos from at least 4 angles.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19872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84464" y="1536192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0" name="Text 16"/>
          <p:cNvSpPr/>
          <p:nvPr/>
        </p:nvSpPr>
        <p:spPr>
          <a:xfrm>
            <a:off x="8284464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pic>
        <p:nvPicPr>
          <p:cNvPr id="21" name="Image 2" descr="/home/claude/swift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4824" y="1517904"/>
            <a:ext cx="384048" cy="38404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284464" y="1993392"/>
            <a:ext cx="3282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Claim in Tracker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284464" y="2450592"/>
            <a:ext cx="328269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shipment ID, carrier, and damage type in the claims tracker.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5720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21792" y="4142232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6" name="Text 21"/>
          <p:cNvSpPr/>
          <p:nvPr/>
        </p:nvSpPr>
        <p:spPr>
          <a:xfrm>
            <a:off x="621792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pic>
        <p:nvPicPr>
          <p:cNvPr id="27" name="Image 3" descr="/home/claude/swift/icons/be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4123944"/>
            <a:ext cx="384048" cy="38404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21792" y="4599432"/>
            <a:ext cx="3282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Notify Claims Coordinator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621792" y="5056632"/>
            <a:ext cx="328269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the claim packet — photos, notes, and shipment ID — for review.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4288536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6F8"/>
          </a:solidFill>
          <a:ln w="12700">
            <a:solidFill>
              <a:srgbClr val="D9D9D9"/>
            </a:solidFill>
            <a:prstDash val="dash"/>
          </a:ln>
        </p:spPr>
      </p:sp>
      <p:sp>
        <p:nvSpPr>
          <p:cNvPr id="31" name="Text 25"/>
          <p:cNvSpPr/>
          <p:nvPr/>
        </p:nvSpPr>
        <p:spPr>
          <a:xfrm>
            <a:off x="4453128" y="4846320"/>
            <a:ext cx="3282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Continues on next page →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 of 4</a:t>
            </a:r>
            <a:endParaRPr lang="en-US" sz="900" dirty="0"/>
          </a:p>
        </p:txBody>
      </p:sp>
      <p:sp>
        <p:nvSpPr>
          <p:cNvPr id="33" name="Text 27"/>
          <p:cNvSpPr/>
          <p:nvPr/>
        </p:nvSpPr>
        <p:spPr>
          <a:xfrm>
            <a:off x="62453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COPY ONLY — Fictional company, sample data for portfolio use.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 — Steps 5 to 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961120" y="914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F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WI-VA-CLM-001</a:t>
            </a:r>
            <a:endParaRPr lang="en-US" sz="11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8F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 Freight Logistics — Demo Copy Only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COORDINATOR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79192" cy="2331720"/>
          </a:xfrm>
          <a:prstGeom prst="roundRect">
            <a:avLst>
              <a:gd name="adj" fmla="val 3137"/>
            </a:avLst>
          </a:prstGeom>
          <a:solidFill>
            <a:srgbClr val="FCEFE3"/>
          </a:solidFill>
          <a:ln w="19050">
            <a:solidFill>
              <a:srgbClr val="E67E22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21792" y="1536192"/>
            <a:ext cx="384048" cy="384048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pic>
        <p:nvPicPr>
          <p:cNvPr id="9" name="Image 0" descr="/home/claude/swift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9464" y="1517904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21792" y="199339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&amp; Photos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21792" y="2450592"/>
            <a:ext cx="235000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claim packet against the completeness checklist.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764792" y="341071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QC CHECK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319272" y="1371600"/>
            <a:ext cx="2679192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83864" y="1536192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5" name="Text 12"/>
          <p:cNvSpPr/>
          <p:nvPr/>
        </p:nvSpPr>
        <p:spPr>
          <a:xfrm>
            <a:off x="3483864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pic>
        <p:nvPicPr>
          <p:cNvPr id="16" name="Image 1" descr="/home/claude/swift/icons/file_contr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1517904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83864" y="199339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Policy Terms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83864" y="2450592"/>
            <a:ext cx="235000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claim is within carrier coverage and filing window.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181344" y="1371600"/>
            <a:ext cx="2679192" cy="2331720"/>
          </a:xfrm>
          <a:prstGeom prst="roundRect">
            <a:avLst>
              <a:gd name="adj" fmla="val 3137"/>
            </a:avLst>
          </a:prstGeom>
          <a:solidFill>
            <a:srgbClr val="FCEFE3"/>
          </a:solidFill>
          <a:ln w="19050">
            <a:solidFill>
              <a:srgbClr val="E67E22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45936" y="1536192"/>
            <a:ext cx="384048" cy="384048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21" name="Text 17"/>
          <p:cNvSpPr/>
          <p:nvPr/>
        </p:nvSpPr>
        <p:spPr>
          <a:xfrm>
            <a:off x="6345936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pic>
        <p:nvPicPr>
          <p:cNvPr id="22" name="Image 2" descr="/home/claude/swift/icons/paper_pla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517904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345936" y="199339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Claim with Carrier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345936" y="2450592"/>
            <a:ext cx="235000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the completed packet before the carrier's filing deadline.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7488936" y="341071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QC CHECK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9043416" y="1371600"/>
            <a:ext cx="2679192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208008" y="1536192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8" name="Text 23"/>
          <p:cNvSpPr/>
          <p:nvPr/>
        </p:nvSpPr>
        <p:spPr>
          <a:xfrm>
            <a:off x="9208008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pic>
        <p:nvPicPr>
          <p:cNvPr id="29" name="Image 3" descr="/home/claude/swift/icons/com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0" y="1517904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208008" y="199339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Customer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9208008" y="2450592"/>
            <a:ext cx="235000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claim status and expected timeline with the customer.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457200" y="3977640"/>
            <a:ext cx="55412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21792" y="4142232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34" name="Text 28"/>
          <p:cNvSpPr/>
          <p:nvPr/>
        </p:nvSpPr>
        <p:spPr>
          <a:xfrm>
            <a:off x="621792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" dirty="0"/>
          </a:p>
        </p:txBody>
      </p:sp>
      <p:pic>
        <p:nvPicPr>
          <p:cNvPr id="35" name="Image 4" descr="/home/claude/swift/icons/user_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4123944"/>
            <a:ext cx="384048" cy="384048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621792" y="459943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Claim</a:t>
            </a:r>
            <a:endParaRPr lang="en-US" sz="1250" dirty="0"/>
          </a:p>
        </p:txBody>
      </p:sp>
      <p:sp>
        <p:nvSpPr>
          <p:cNvPr id="37" name="Text 30"/>
          <p:cNvSpPr/>
          <p:nvPr/>
        </p:nvSpPr>
        <p:spPr>
          <a:xfrm>
            <a:off x="621792" y="5056632"/>
            <a:ext cx="52120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replacement, refund, or credit once the carrier responds.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6181344" y="3977640"/>
            <a:ext cx="55412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6345936" y="4142232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40" name="Text 33"/>
          <p:cNvSpPr/>
          <p:nvPr/>
        </p:nvSpPr>
        <p:spPr>
          <a:xfrm>
            <a:off x="6345936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</p:txBody>
      </p:sp>
      <p:pic>
        <p:nvPicPr>
          <p:cNvPr id="41" name="Image 5" descr="/home/claude/swift/icons/check_doub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5680" y="4123944"/>
            <a:ext cx="384048" cy="384048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6345936" y="459943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Claim in Tracker</a:t>
            </a:r>
            <a:endParaRPr lang="en-US" sz="1250" dirty="0"/>
          </a:p>
        </p:txBody>
      </p:sp>
      <p:sp>
        <p:nvSpPr>
          <p:cNvPr id="43" name="Text 35"/>
          <p:cNvSpPr/>
          <p:nvPr/>
        </p:nvSpPr>
        <p:spPr>
          <a:xfrm>
            <a:off x="6345936" y="5056632"/>
            <a:ext cx="52120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final resolution notes and mark the claim as closed.</a:t>
            </a:r>
            <a:endParaRPr lang="en-US" sz="1000" dirty="0"/>
          </a:p>
        </p:txBody>
      </p:sp>
      <p:sp>
        <p:nvSpPr>
          <p:cNvPr id="44" name="Text 3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 of 4</a:t>
            </a:r>
            <a:endParaRPr lang="en-US" sz="900" dirty="0"/>
          </a:p>
        </p:txBody>
      </p:sp>
      <p:sp>
        <p:nvSpPr>
          <p:cNvPr id="45" name="Text 37"/>
          <p:cNvSpPr/>
          <p:nvPr/>
        </p:nvSpPr>
        <p:spPr>
          <a:xfrm>
            <a:off x="62453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COPY ONLY — Fictional company, sample data for portfolio use.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&amp; Approval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961120" y="914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F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WI-VA-CLM-001</a:t>
            </a:r>
            <a:endParaRPr lang="en-US" sz="11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8F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 Freight Logistics — Demo Copy Only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4F6F8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 Instruction has been reviewed for accuracy, safety, and completeness prior to posting on the warehouse floor.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Michael Abat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&amp; Process VA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build — July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4572000"/>
            <a:ext cx="2926080" cy="0"/>
          </a:xfrm>
          <a:prstGeom prst="line">
            <a:avLst/>
          </a:prstGeom>
          <a:noFill/>
          <a:ln w="12700">
            <a:solidFill>
              <a:srgbClr val="AAAA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617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/ Date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23774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BY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[Self-reviewed]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project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80560" y="4572000"/>
            <a:ext cx="2926080" cy="0"/>
          </a:xfrm>
          <a:prstGeom prst="line">
            <a:avLst/>
          </a:prstGeom>
          <a:noFill/>
          <a:ln w="12700">
            <a:solidFill>
              <a:srgbClr val="AAAA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617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/ Date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138160" y="23774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BY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[Fictional Client]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applicable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4572000"/>
            <a:ext cx="2926080" cy="0"/>
          </a:xfrm>
          <a:prstGeom prst="line">
            <a:avLst/>
          </a:prstGeom>
          <a:noFill/>
          <a:ln w="12700">
            <a:solidFill>
              <a:srgbClr val="AAAA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4617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/ Date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Work Instruction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2453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COPY ONLY — Fictional company, sample data for portfolio use.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Damaged Shipment Claims — Work Instruction</dc:title>
  <dc:subject>PptxGenJS Presentation</dc:subject>
  <dc:creator>Michael Abat</dc:creator>
  <cp:lastModifiedBy>Michael Abat</cp:lastModifiedBy>
  <cp:revision>1</cp:revision>
  <dcterms:created xsi:type="dcterms:W3CDTF">2026-07-06T10:47:07Z</dcterms:created>
  <dcterms:modified xsi:type="dcterms:W3CDTF">2026-07-06T10:47:07Z</dcterms:modified>
</cp:coreProperties>
</file>