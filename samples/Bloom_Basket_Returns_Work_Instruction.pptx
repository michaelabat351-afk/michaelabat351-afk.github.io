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8503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RETURN &amp;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 Instruction  ·  Fulfillment &amp; Returns Team</a:t>
            </a:r>
            <a:endParaRPr lang="en-US" sz="1600" dirty="0"/>
          </a:p>
        </p:txBody>
      </p:sp>
      <p:pic>
        <p:nvPicPr>
          <p:cNvPr id="4" name="Image 0" descr="/home/claude/bloom/icons/box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01168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WI-VA-RET-001   </a:t>
            </a:r>
            <a:pPr indent="0" marL="0">
              <a:buNone/>
            </a:pPr>
            <a:r>
              <a:rPr lang="en-US" sz="12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 Version 1.0   |   Bloom &amp; Basket Co. (fictional)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Self-initiated demonstration project. No real client, data, or business is involved.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Guidelines &amp;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WI-VA-RET-001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&amp; Basket Co. — Demo Copy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CEFE3"/>
          </a:solidFill>
          <a:ln w="15240">
            <a:solidFill>
              <a:srgbClr val="E67E22"/>
            </a:solidFill>
            <a:prstDash val="solid"/>
          </a:ln>
        </p:spPr>
      </p:sp>
      <p:pic>
        <p:nvPicPr>
          <p:cNvPr id="6" name="Image 0" descr="/home/claude/bloom/icons/hard_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Guidelines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gloves when inspecting items with broken glass or ceramics.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damaged items before disposal, for the return record.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returned items separate from outgoing stock until inspection is complete.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restock an item marked as damaged or used.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suspected return fraud to the Returns Specialist immediately.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1430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0" name="Image 1" descr="/home/claude/bloom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417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14032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Systems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65392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tracker (digital or paper log)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 system access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or smartphone for condition photos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processor access for refunds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template for customer confirmations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policy reference sheet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— Steps 1 to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WI-VA-RET-001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&amp; Basket Co. — Demo Copy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 ASSOCIATE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9" name="Image 0" descr="/home/claude/bloom/icons/box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2" y="151790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Return Package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the returned item at the dock.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88536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53128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15" name="Image 1" descr="/home/claude/bloom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51790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53128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Item Condition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53128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condition against the customer's stated return reason.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19872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CEFE3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84464" y="153619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6"/>
          <p:cNvSpPr/>
          <p:nvPr/>
        </p:nvSpPr>
        <p:spPr>
          <a:xfrm>
            <a:off x="828446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21" name="Image 2" descr="/home/claude/bloom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151790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84464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Return in Tracker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284464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order ID, item, and condition notes in the tracker.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0360152" y="3410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CHECK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1792" y="41422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2"/>
          <p:cNvSpPr/>
          <p:nvPr/>
        </p:nvSpPr>
        <p:spPr>
          <a:xfrm>
            <a:off x="62179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pic>
        <p:nvPicPr>
          <p:cNvPr id="28" name="Image 3" descr="/home/claude/bloom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412394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792" y="459943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Returns Specialist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21792" y="505663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return packet for eligibility review.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288536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32" name="Text 26"/>
          <p:cNvSpPr/>
          <p:nvPr/>
        </p:nvSpPr>
        <p:spPr>
          <a:xfrm>
            <a:off x="4453128" y="484632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on next page →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4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— Steps 5 to 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WI-VA-RET-001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&amp; Basket Co. — Demo Copy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SPECIALIST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pic>
        <p:nvPicPr>
          <p:cNvPr id="9" name="Image 0" descr="/home/claude/bloom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151790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Eligibility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return is within window and condition policy.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9272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CEFE3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83864" y="153619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348386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pic>
        <p:nvPicPr>
          <p:cNvPr id="15" name="Image 1" descr="/home/claude/bloom/icons/file_con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151790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83864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Refund Amount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483864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refund amount to the original order total.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26864" y="3410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CHECK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81344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45936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7"/>
          <p:cNvSpPr/>
          <p:nvPr/>
        </p:nvSpPr>
        <p:spPr>
          <a:xfrm>
            <a:off x="634593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pic>
        <p:nvPicPr>
          <p:cNvPr id="22" name="Image 2" descr="/home/claude/bloom/icons/paper_pl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517904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45936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Refund/Credit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345936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refund to original payment or store credit.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43416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08008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2"/>
          <p:cNvSpPr/>
          <p:nvPr/>
        </p:nvSpPr>
        <p:spPr>
          <a:xfrm>
            <a:off x="920800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pic>
        <p:nvPicPr>
          <p:cNvPr id="28" name="Image 3" descr="/home/claude/bloom/icons/com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151790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8008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Customer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208008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confirmation email with refund details.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57200" y="397764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21792" y="41422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3" name="Text 27"/>
          <p:cNvSpPr/>
          <p:nvPr/>
        </p:nvSpPr>
        <p:spPr>
          <a:xfrm>
            <a:off x="62179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pic>
        <p:nvPicPr>
          <p:cNvPr id="34" name="Image 4" descr="/home/claude/bloom/icons/check_dou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412394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21792" y="4599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Return in Tracker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21792" y="5056632"/>
            <a:ext cx="5212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resolution notes and mark the return as closed.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181344" y="397764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38" name="Text 31"/>
          <p:cNvSpPr/>
          <p:nvPr/>
        </p:nvSpPr>
        <p:spPr>
          <a:xfrm>
            <a:off x="6345936" y="4937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procedure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4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WI-VA-RET-001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&amp; Basket Co. — Demo Copy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74552" cy="420624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Instruction has been reviewed for accuracy and completeness prior to posting for the fulfillment and returns team.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Abat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Process VA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build — July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[Self-reviewed]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project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381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[Fictional Client]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applicable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Work Instruction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Return &amp; Refund Processing — Work Instruction</dc:title>
  <dc:subject>PptxGenJS Presentation</dc:subject>
  <dc:creator>Michael Abat</dc:creator>
  <cp:lastModifiedBy>Michael Abat</cp:lastModifiedBy>
  <cp:revision>1</cp:revision>
  <dcterms:created xsi:type="dcterms:W3CDTF">2026-07-06T10:47:08Z</dcterms:created>
  <dcterms:modified xsi:type="dcterms:W3CDTF">2026-07-06T10:47:08Z</dcterms:modified>
</cp:coreProperties>
</file>